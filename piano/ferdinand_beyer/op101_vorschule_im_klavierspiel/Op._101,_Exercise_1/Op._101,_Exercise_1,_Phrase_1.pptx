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b0afd26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b0afd26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b0afd26b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b0afd26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b0afd26b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b0afd26b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b0afd26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b0afd26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674925"/>
            <a:ext cx="2897251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87725"/>
            <a:ext cx="8702293" cy="35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200" y="2389547"/>
            <a:ext cx="6387399" cy="255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50" y="674925"/>
            <a:ext cx="2897251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